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</p:sldIdLst>
  <p:defaultTextStyle>
    <a:defPPr>
      <a:defRPr lang="en-US"/>
    </a:defPPr>
  </p:defaultTextStyle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/>
        <p:txBody>
          <a:bodyPr/>
          <a:p>
            <a:r>
              <a:t>Title</a:t>
            </a:r>
          </a:p>
        </p:txBody>
      </p:sp>
      <p:sp>
        <p:nvSpPr>
          <p:cNvPr id="3" name="B"/>
          <p:cNvSpPr/>
          <p:nvPr/>
        </p:nvSpPr>
        <p:spPr/>
        <p:txBody>
          <a:bodyPr/>
          <a:p>
            <a:r>
              <a:rPr>
                <a:solidFill>
                  <a:srgbClr val="AAAAAA"/>
                </a:solidFill>
              </a:rPr>
              <a:t>Text</a:t>
            </a:r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T</dc:title>
</cp:coreProperties>
</file>