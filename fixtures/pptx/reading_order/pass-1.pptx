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/>
              <a:t>Body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