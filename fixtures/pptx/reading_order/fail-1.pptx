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B"/>
          <p:cNvSpPr/>
          <p:nvPr/>
        </p:nvSpPr>
        <p:spPr/>
        <p:txBody>
          <a:bodyPr/>
          <a:p>
            <a:r>
              <a:rPr/>
              <a:t>Body</a:t>
            </a:r>
          </a:p>
        </p:txBody>
      </p:sp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