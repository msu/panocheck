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</p:sldIdLst>
  <p:defaultTextStyle>
    <a:defPPr>
      <a:defRPr lang="en-US"/>
    </a:defPPr>
  </p:defaultTextStyle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"/>
          <p:cNvSpPr/>
          <p:nvPr>
            <p:ph type="title"/>
          </p:nvPr>
        </p:nvSpPr>
        <p:spPr/>
        <p:txBody>
          <a:bodyPr/>
          <a:p>
            <a:r>
              <a:t>Title</a:t>
            </a:r>
          </a:p>
        </p:txBody>
      </p:sp>
      <p:graphicFrame>
        <p:nvGraphicFramePr>
          <p:cNvPr id="5" name="G"/>
          <p:cNvGraphicFramePr/>
          <p:nvPr/>
        </p:nvGraphicFramePr>
        <p:xfrm/>
        <a:graphic>
          <a:graphicData>
            <a:tbl>
              <a:tblPr/>
            </a:tbl>
          </a:graphicData>
        </a:graphic>
      </p:graphicFrame>
    </p:spTree>
  </p:cSld>
</p:sld>
</file>

<file path=docProps/core.xml><?xml version="1.0" encoding="utf-8"?>
<cp:coreProperties xmlns:cp="http://schemas.openxmlformats.org/package/2006/metadata/core-properties" xmlns:dc="http://purl.org/dc/elements/1.1/">
  <dc:title>T</dc:title>
</cp:coreProperties>
</file>