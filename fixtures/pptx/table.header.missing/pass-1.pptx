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graphicFrame>
        <p:nvGraphicFramePr>
          <p:cNvPr id="5" name="G"/>
          <p:cNvGraphicFramePr/>
          <p:nvPr/>
        </p:nvGraphicFramePr>
        <p:xfrm/>
        <a:graphic>
          <a:graphicData>
            <a:tbl>
              <a:tblPr firstRow="1"/>
            </a:tbl>
          </a:graphicData>
        </a:graphic>
      </p:graphicFrame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