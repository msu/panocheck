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pic>
        <p:nvPicPr>
          <p:cNvPr id="4" name="P"/>
          <p:cNvPicPr/>
          <p:nvPr/>
        </p:nvPicPr>
        <p:blipFill/>
        <p:spPr/>
      </p:pic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